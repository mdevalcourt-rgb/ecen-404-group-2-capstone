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23a671b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23a671b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23a671b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23a671b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123a671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123a671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b5cc203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b5cc20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5cc203f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5cc203f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5cc203f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5cc203f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5cc203f2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5cc203f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5cc203f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5cc203f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311fc6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311fc6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5nNcY9SWwl8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://www.youtube.com/watch?v=lZVn7m7Sn3A" TargetMode="External"/><Relationship Id="rId6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MADAM3: Power Supply Subsystem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Munoz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0" y="38275"/>
            <a:ext cx="4390548" cy="299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300" y="1962100"/>
            <a:ext cx="4666576" cy="31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823" y="2140225"/>
            <a:ext cx="2839150" cy="285504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38" y="150500"/>
            <a:ext cx="311467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6774" y="150887"/>
            <a:ext cx="2558750" cy="18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2975" y="172750"/>
            <a:ext cx="2592160" cy="18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Demos</a:t>
            </a:r>
            <a:endParaRPr/>
          </a:p>
        </p:txBody>
      </p:sp>
      <p:pic>
        <p:nvPicPr>
          <p:cNvPr id="75" name="Google Shape;75;p16" title="Digi pot issue demo vide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950" y="1842575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Power supply outputs demo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075" y="184257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704525" y="3696100"/>
            <a:ext cx="286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Analog Outputs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147400" y="3696100"/>
            <a:ext cx="286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Digital potentiometer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50" y="1192675"/>
            <a:ext cx="8839199" cy="32757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759550" y="321975"/>
            <a:ext cx="716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3.3</a:t>
            </a:r>
            <a:r>
              <a:rPr lang="en" sz="2800">
                <a:solidFill>
                  <a:schemeClr val="dk1"/>
                </a:solidFill>
              </a:rPr>
              <a:t>V Output Pin Data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5V Output Pin Data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3" cy="3300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lang="en"/>
              <a:t>5V Output Pin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150" y="1211133"/>
            <a:ext cx="5028724" cy="3015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5" y="1277450"/>
            <a:ext cx="3868275" cy="2948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Potentiometer Resistance Wiper Sweep</a:t>
            </a:r>
            <a:endParaRPr/>
          </a:p>
        </p:txBody>
      </p:sp>
      <p:pic>
        <p:nvPicPr>
          <p:cNvPr id="103" name="Google Shape;103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900" y="1300025"/>
            <a:ext cx="5576199" cy="34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Adjustable Voltage </a:t>
            </a:r>
            <a:r>
              <a:rPr lang="en"/>
              <a:t>Output Pin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575" y="1415149"/>
            <a:ext cx="4550725" cy="27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0" y="1448600"/>
            <a:ext cx="4343450" cy="260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0" y="38275"/>
            <a:ext cx="7489695" cy="51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